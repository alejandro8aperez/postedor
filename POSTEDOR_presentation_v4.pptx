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POSTEDOR: El Futuro de la Distribución Eléctrica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Transformador Integrado | Seguro | Eficiente</a:t>
            </a:r>
          </a:p>
          <a:p>
            <a:r>
              <a:t>Alejandro Pérez | Transformadores KAVE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Desafíos de los Postes Tradicionales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✔️ Alto riesgo de robos (30% de pérdidas en LATAM)</a:t>
            </a:r>
          </a:p>
          <a:p>
            <a:r>
              <a:t>✔️ Contaminación visual en zonas urbanas</a:t>
            </a:r>
          </a:p>
          <a:p>
            <a:r>
              <a:t>✔️ Mantenimiento costoso y reactivo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Innovación en un Solo Diseño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Transformador oculto (protección contra robos)</a:t>
            </a:r>
          </a:p>
          <a:p>
            <a:r>
              <a:t>✅ Tecnología toroidal seca (97% de eficiencia)</a:t>
            </a:r>
          </a:p>
          <a:p>
            <a:r>
              <a:t>✅ Monitoreo IoT en tiempo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Diseño Técnico del POSTEDOR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🧱 Poste metálico de 12 metros en 3 secciones hexagonales.</a:t>
            </a:r>
          </a:p>
          <a:p>
            <a:r>
              <a:t>🔒 Transformador cilíndrico seco insertado en el interior.</a:t>
            </a:r>
          </a:p>
          <a:p>
            <a:r>
              <a:t>🌡️ Refrigeración pasiva por conducción y convección natural.</a:t>
            </a:r>
          </a:p>
          <a:p>
            <a:r>
              <a:t>📶 Sensores IoT integrados + cerradura RFID de acceso técnico.</a:t>
            </a:r>
          </a:p>
          <a:p>
            <a:r>
              <a:t>🧩 Aislado del terreno por base enterrada sellada.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