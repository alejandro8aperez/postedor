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POSTEDOR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 poste inteligente que revoluciona la energía urbana</a:t>
            </a:r>
          </a:p>
          <a:p/>
          <a:p>
            <a:r>
              <a:t>Alejandro Ochoa Pérez</a:t>
            </a:r>
          </a:p>
          <a:p>
            <a:r>
              <a:t>Nerdconf – Medellín, 27 de septiembre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 eléctrica actual: obsoleta, costosa y poco eficiente</a:t>
            </a:r>
          </a:p>
          <a:p>
            <a:r>
              <a:t>• Transformadores tradicionales: usan aceite, riesgos ambientales</a:t>
            </a:r>
          </a:p>
          <a:p>
            <a:r>
              <a:t>• Poca transparencia en consumos y mantenimientos</a:t>
            </a:r>
          </a:p>
          <a:p>
            <a:r>
              <a:t>• Falta de infraestructura para movilidad eléctrica en ciudades inteligentes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Solución: POSTEDOR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Poste metálico inteligente de 12 m con transformador toroidal seco</a:t>
            </a:r>
          </a:p>
          <a:p>
            <a:r>
              <a:t>• Integración de IoT + blockchain para trazabilidad y confianza</a:t>
            </a:r>
          </a:p>
          <a:p>
            <a:r>
              <a:t>• Modularidad: 5, 10, 15, 25 kVA (adaptable a entornos urbanos y rurales)</a:t>
            </a:r>
          </a:p>
          <a:p>
            <a:r>
              <a:t>• Recarga de vehículos eléctricos directamente en el poste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 Diferencial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Transformador toroidal: más eficiente, compacto, menor pérdida de calor</a:t>
            </a:r>
          </a:p>
          <a:p>
            <a:r>
              <a:t>• IoT embebido: sensores de temperatura, consumo, fallas en tiempo real</a:t>
            </a:r>
          </a:p>
          <a:p>
            <a:r>
              <a:t>• Blockchain: datos energéticos certificados, smart contracts, identidad digital única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Mercado y Oportunidad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Utilities y empresas de energía</a:t>
            </a:r>
          </a:p>
          <a:p>
            <a:r>
              <a:t>• Smart cities en LATAM</a:t>
            </a:r>
          </a:p>
          <a:p>
            <a:r>
              <a:t>• Electromovilidad (recarga urbana descentralizada)</a:t>
            </a:r>
          </a:p>
          <a:p>
            <a:r>
              <a:t>• Potencial global: infraestructura escalable y exportable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Venta de infraestructura (poste + transformador)</a:t>
            </a:r>
          </a:p>
          <a:p>
            <a:r>
              <a:t>• Servicios recurrentes:</a:t>
            </a:r>
          </a:p>
          <a:p>
            <a:r>
              <a:t>   - SaaS (plataforma IoT + blockchain)</a:t>
            </a:r>
          </a:p>
          <a:p>
            <a:r>
              <a:t>   - Pagos por recarga de vehículos eléctricos</a:t>
            </a:r>
          </a:p>
          <a:p>
            <a:r>
              <a:t>   - Certificación de energía verde con blockchain</a:t>
            </a:r>
          </a:p>
          <a:p>
            <a:r>
              <a:t>• Alianzas estratégicas: universidades, utilities, gobierno, startups energéticas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qué ganamos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POSTEDOR reduce costos (sin aceite, menos mantenimiento)</a:t>
            </a:r>
          </a:p>
          <a:p>
            <a:r>
              <a:t>• Aumenta seguridad y transparencia con blockchain</a:t>
            </a:r>
          </a:p>
          <a:p>
            <a:r>
              <a:t>• Integra IoT + movilidad eléctrica en un solo producto</a:t>
            </a:r>
          </a:p>
          <a:p>
            <a:r>
              <a:t>• 100% diseñado en Medellín, con potencial global</a:t>
            </a:r>
          </a:p>
          <a:p>
            <a:r>
              <a:t>• Redefinimos la infraestructura eléctrica para el futuro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