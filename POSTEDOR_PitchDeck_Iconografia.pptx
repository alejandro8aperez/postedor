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POSTEDOR</a:t>
            </a:r>
          </a:p>
          <a:p>
            <a:r>
              <a:t>Energía Inteligente en un Poste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Pitch Deck - Septiembre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Los postes actuales son pasivos, obsoletos y no integran tecnología.</a:t>
            </a:r>
          </a:p>
          <a:p/>
          <a:p>
            <a:r>
              <a:t>• No permiten monitoreo en tiempo real</a:t>
            </a:r>
          </a:p>
          <a:p>
            <a:r>
              <a:t>• No soportan IoT ni blockchain</a:t>
            </a:r>
          </a:p>
          <a:p>
            <a:r>
              <a:t>• No están listos para movilidad eléctrica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POSTEDOR transforma el poste en un sistema inteligente:</a:t>
            </a:r>
          </a:p>
          <a:p/>
          <a:p>
            <a:r>
              <a:t>⚡ Transformador toroidal eficiente</a:t>
            </a:r>
          </a:p>
          <a:p>
            <a:r>
              <a:t>📡 IoT para monitoreo en la nube</a:t>
            </a:r>
          </a:p>
          <a:p>
            <a:r>
              <a:t>🚗🔌 Cargador eléctrico integrado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Transformador toroidal → hasta 30% más eficiente</a:t>
            </a:r>
          </a:p>
          <a:p>
            <a:r>
              <a:t>• IoT integrado → Monitoreo en tiempo real</a:t>
            </a:r>
          </a:p>
          <a:p>
            <a:r>
              <a:t>• Blockchain → Trazabilidad y pagos seguros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Mercado objetivo:</a:t>
            </a:r>
          </a:p>
          <a:p/>
          <a:p>
            <a:r>
              <a:t>🌍 Utilities</a:t>
            </a:r>
          </a:p>
          <a:p>
            <a:r>
              <a:t>🏙️ Smart Cities</a:t>
            </a:r>
          </a:p>
          <a:p>
            <a:r>
              <a:t>🚗 Movilidad eléctrica</a:t>
            </a:r>
          </a:p>
          <a:p>
            <a:r>
              <a:t>📦 Exportación LATAM y 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Venta de hardware (poste inteligente)</a:t>
            </a:r>
          </a:p>
          <a:p>
            <a:r>
              <a:t>• SaaS IoT (monitoreo en la nube)</a:t>
            </a:r>
          </a:p>
          <a:p>
            <a:r>
              <a:t>• Micropagos blockchain (energía y datos)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qué Ganamos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✅ Tecnología probada</a:t>
            </a:r>
          </a:p>
          <a:p>
            <a:r>
              <a:t>✅ Modular y escalable</a:t>
            </a:r>
          </a:p>
          <a:p>
            <a:r>
              <a:t>✅ Sostenible y alineado con Smart Cities</a:t>
            </a:r>
          </a:p>
          <a:p>
            <a:r>
              <a:t>✅ Diferencial único con blockchain + 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