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POSTEDOR: El Futuro de la Distribución Eléctrica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Transformador Integrado | Seguro | Eficiente</a:t>
            </a:r>
          </a:p>
          <a:p>
            <a:r>
              <a:t>Alejandro Pérez | Transformadores KAVE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Los Desafíos de los Postes Tradicionales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✔️ Alto riesgo de robos (30% de pérdidas en LATAM)</a:t>
            </a:r>
          </a:p>
          <a:p>
            <a:r>
              <a:t>✔️ Contaminación visual en zonas urbanas</a:t>
            </a:r>
          </a:p>
          <a:p>
            <a:r>
              <a:t>✔️ Mantenimiento costoso y reactivo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Innovación en un Solo Diseño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✅ Transformador oculto (protección contra robos)</a:t>
            </a:r>
          </a:p>
          <a:p>
            <a:r>
              <a:t>✅ Tecnología toroidal seca (97% de eficiencia)</a:t>
            </a:r>
          </a:p>
          <a:p>
            <a:r>
              <a:t>✅ Monitoreo IoT en tiempo real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